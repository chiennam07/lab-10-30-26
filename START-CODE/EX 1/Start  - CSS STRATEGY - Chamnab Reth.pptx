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D8EB5-34F6-4A45-A6DA-361B03E4B295}" v="2" dt="2026-10-30T04:37:26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66" d="100"/>
          <a:sy n="66" d="100"/>
        </p:scale>
        <p:origin x="5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nang Reth" userId="074c4bd740266500" providerId="LiveId" clId="{3595D421-65A5-4133-A4FB-81357D828075}"/>
    <pc:docChg chg="undo custSel addSld modSld">
      <pc:chgData name="Somnang Reth" userId="074c4bd740266500" providerId="LiveId" clId="{3595D421-65A5-4133-A4FB-81357D828075}" dt="2026-10-30T04:39:43.579" v="94" actId="1076"/>
      <pc:docMkLst>
        <pc:docMk/>
      </pc:docMkLst>
      <pc:sldChg chg="addSp modSp mod">
        <pc:chgData name="Somnang Reth" userId="074c4bd740266500" providerId="LiveId" clId="{3595D421-65A5-4133-A4FB-81357D828075}" dt="2026-10-30T04:33:10.885" v="13" actId="11529"/>
        <pc:sldMkLst>
          <pc:docMk/>
          <pc:sldMk cId="535099321" sldId="257"/>
        </pc:sldMkLst>
        <pc:picChg chg="add mod modCrop">
          <ac:chgData name="Somnang Reth" userId="074c4bd740266500" providerId="LiveId" clId="{3595D421-65A5-4133-A4FB-81357D828075}" dt="2026-10-30T04:31:11.195" v="6" actId="14100"/>
          <ac:picMkLst>
            <pc:docMk/>
            <pc:sldMk cId="535099321" sldId="257"/>
            <ac:picMk id="3" creationId="{351B3FDF-ED22-B13F-5B69-0CC62005A032}"/>
          </ac:picMkLst>
        </pc:picChg>
        <pc:picChg chg="add mod">
          <ac:chgData name="Somnang Reth" userId="074c4bd740266500" providerId="LiveId" clId="{3595D421-65A5-4133-A4FB-81357D828075}" dt="2026-10-30T04:32:45.123" v="11" actId="1076"/>
          <ac:picMkLst>
            <pc:docMk/>
            <pc:sldMk cId="535099321" sldId="257"/>
            <ac:picMk id="5" creationId="{8248EDB9-E793-F798-34BE-6719A70FC0E5}"/>
          </ac:picMkLst>
        </pc:picChg>
        <pc:cxnChg chg="add">
          <ac:chgData name="Somnang Reth" userId="074c4bd740266500" providerId="LiveId" clId="{3595D421-65A5-4133-A4FB-81357D828075}" dt="2026-10-30T04:32:36.378" v="10" actId="11529"/>
          <ac:cxnSpMkLst>
            <pc:docMk/>
            <pc:sldMk cId="535099321" sldId="257"/>
            <ac:cxnSpMk id="7" creationId="{BC047F75-E9F2-B592-1751-0F2BC105A5B3}"/>
          </ac:cxnSpMkLst>
        </pc:cxnChg>
        <pc:cxnChg chg="add">
          <ac:chgData name="Somnang Reth" userId="074c4bd740266500" providerId="LiveId" clId="{3595D421-65A5-4133-A4FB-81357D828075}" dt="2026-10-30T04:32:53.785" v="12" actId="11529"/>
          <ac:cxnSpMkLst>
            <pc:docMk/>
            <pc:sldMk cId="535099321" sldId="257"/>
            <ac:cxnSpMk id="9" creationId="{935ECF41-E873-9BE5-455C-8E3A3EC03E78}"/>
          </ac:cxnSpMkLst>
        </pc:cxnChg>
        <pc:cxnChg chg="add">
          <ac:chgData name="Somnang Reth" userId="074c4bd740266500" providerId="LiveId" clId="{3595D421-65A5-4133-A4FB-81357D828075}" dt="2026-10-30T04:33:10.885" v="13" actId="11529"/>
          <ac:cxnSpMkLst>
            <pc:docMk/>
            <pc:sldMk cId="535099321" sldId="257"/>
            <ac:cxnSpMk id="11" creationId="{BD64B61C-4DA9-8558-02CE-BD6BD24CFFF8}"/>
          </ac:cxnSpMkLst>
        </pc:cxnChg>
      </pc:sldChg>
      <pc:sldChg chg="addSp modSp new mod">
        <pc:chgData name="Somnang Reth" userId="074c4bd740266500" providerId="LiveId" clId="{3595D421-65A5-4133-A4FB-81357D828075}" dt="2026-10-30T04:33:49.450" v="20" actId="1076"/>
        <pc:sldMkLst>
          <pc:docMk/>
          <pc:sldMk cId="2192409700" sldId="259"/>
        </pc:sldMkLst>
        <pc:picChg chg="add mod">
          <ac:chgData name="Somnang Reth" userId="074c4bd740266500" providerId="LiveId" clId="{3595D421-65A5-4133-A4FB-81357D828075}" dt="2026-10-30T04:33:37.981" v="17" actId="1076"/>
          <ac:picMkLst>
            <pc:docMk/>
            <pc:sldMk cId="2192409700" sldId="259"/>
            <ac:picMk id="3" creationId="{2F872362-40AD-18EE-BFDE-041D9E0052D1}"/>
          </ac:picMkLst>
        </pc:picChg>
        <pc:picChg chg="add mod">
          <ac:chgData name="Somnang Reth" userId="074c4bd740266500" providerId="LiveId" clId="{3595D421-65A5-4133-A4FB-81357D828075}" dt="2026-10-30T04:33:49.450" v="20" actId="1076"/>
          <ac:picMkLst>
            <pc:docMk/>
            <pc:sldMk cId="2192409700" sldId="259"/>
            <ac:picMk id="5" creationId="{B1C2BB36-1620-9255-3B4B-1B69EACEA59D}"/>
          </ac:picMkLst>
        </pc:picChg>
      </pc:sldChg>
      <pc:sldChg chg="addSp modSp new mod">
        <pc:chgData name="Somnang Reth" userId="074c4bd740266500" providerId="LiveId" clId="{3595D421-65A5-4133-A4FB-81357D828075}" dt="2026-10-30T04:39:32.486" v="92" actId="1076"/>
        <pc:sldMkLst>
          <pc:docMk/>
          <pc:sldMk cId="3460943265" sldId="260"/>
        </pc:sldMkLst>
        <pc:picChg chg="add mod ord">
          <ac:chgData name="Somnang Reth" userId="074c4bd740266500" providerId="LiveId" clId="{3595D421-65A5-4133-A4FB-81357D828075}" dt="2026-10-30T04:39:32.486" v="92" actId="1076"/>
          <ac:picMkLst>
            <pc:docMk/>
            <pc:sldMk cId="3460943265" sldId="260"/>
            <ac:picMk id="3" creationId="{C3A6A3A2-0F1C-A9D8-AF88-7D74EBFC2977}"/>
          </ac:picMkLst>
        </pc:picChg>
        <pc:picChg chg="add mod modCrop">
          <ac:chgData name="Somnang Reth" userId="074c4bd740266500" providerId="LiveId" clId="{3595D421-65A5-4133-A4FB-81357D828075}" dt="2026-10-30T04:39:26.387" v="90" actId="1076"/>
          <ac:picMkLst>
            <pc:docMk/>
            <pc:sldMk cId="3460943265" sldId="260"/>
            <ac:picMk id="5" creationId="{7F898657-8176-96DF-57C3-A0051CBFB46E}"/>
          </ac:picMkLst>
        </pc:picChg>
      </pc:sldChg>
      <pc:sldChg chg="addSp delSp modSp new mod">
        <pc:chgData name="Somnang Reth" userId="074c4bd740266500" providerId="LiveId" clId="{3595D421-65A5-4133-A4FB-81357D828075}" dt="2026-10-30T04:38:07.068" v="84" actId="1076"/>
        <pc:sldMkLst>
          <pc:docMk/>
          <pc:sldMk cId="3550834957" sldId="261"/>
        </pc:sldMkLst>
        <pc:spChg chg="add mod">
          <ac:chgData name="Somnang Reth" userId="074c4bd740266500" providerId="LiveId" clId="{3595D421-65A5-4133-A4FB-81357D828075}" dt="2026-10-30T04:38:07.068" v="84" actId="1076"/>
          <ac:spMkLst>
            <pc:docMk/>
            <pc:sldMk cId="3550834957" sldId="261"/>
            <ac:spMk id="6" creationId="{A06C2167-EA83-2961-0A69-5C267FB85590}"/>
          </ac:spMkLst>
        </pc:spChg>
        <pc:picChg chg="add del mod">
          <ac:chgData name="Somnang Reth" userId="074c4bd740266500" providerId="LiveId" clId="{3595D421-65A5-4133-A4FB-81357D828075}" dt="2026-10-30T04:37:30.395" v="35" actId="478"/>
          <ac:picMkLst>
            <pc:docMk/>
            <pc:sldMk cId="3550834957" sldId="261"/>
            <ac:picMk id="3" creationId="{5B76678D-8DE2-0FA3-5324-68AE300CBEC4}"/>
          </ac:picMkLst>
        </pc:picChg>
        <pc:picChg chg="add mod modCrop">
          <ac:chgData name="Somnang Reth" userId="074c4bd740266500" providerId="LiveId" clId="{3595D421-65A5-4133-A4FB-81357D828075}" dt="2026-10-30T04:36:40.629" v="32" actId="1076"/>
          <ac:picMkLst>
            <pc:docMk/>
            <pc:sldMk cId="3550834957" sldId="261"/>
            <ac:picMk id="5" creationId="{99C8BE5C-5A87-B7D3-85A8-6DA2EA4021CD}"/>
          </ac:picMkLst>
        </pc:picChg>
      </pc:sldChg>
      <pc:sldChg chg="addSp modSp new mod">
        <pc:chgData name="Somnang Reth" userId="074c4bd740266500" providerId="LiveId" clId="{3595D421-65A5-4133-A4FB-81357D828075}" dt="2026-10-30T04:39:43.579" v="94" actId="1076"/>
        <pc:sldMkLst>
          <pc:docMk/>
          <pc:sldMk cId="4124624177" sldId="262"/>
        </pc:sldMkLst>
        <pc:picChg chg="add mod">
          <ac:chgData name="Somnang Reth" userId="074c4bd740266500" providerId="LiveId" clId="{3595D421-65A5-4133-A4FB-81357D828075}" dt="2026-10-30T04:39:43.579" v="94" actId="1076"/>
          <ac:picMkLst>
            <pc:docMk/>
            <pc:sldMk cId="4124624177" sldId="262"/>
            <ac:picMk id="3" creationId="{030299BD-2567-1C2A-6343-7DCE3C271C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872362-40AD-18EE-BFDE-041D9E005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122" y="356134"/>
            <a:ext cx="7345772" cy="1269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C2BB36-1620-9255-3B4B-1B69EACE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226" y="2126120"/>
            <a:ext cx="7437668" cy="32680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9240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B3FDF-ED22-B13F-5B69-0CC62005A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763"/>
          <a:stretch>
            <a:fillRect/>
          </a:stretch>
        </p:blipFill>
        <p:spPr>
          <a:xfrm>
            <a:off x="-1" y="0"/>
            <a:ext cx="11771698" cy="5812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48EDB9-E793-F798-34BE-6719A70FC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322" y="2658233"/>
            <a:ext cx="8748286" cy="274154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047F75-E9F2-B592-1751-0F2BC105A5B3}"/>
              </a:ext>
            </a:extLst>
          </p:cNvPr>
          <p:cNvCxnSpPr/>
          <p:nvPr/>
        </p:nvCxnSpPr>
        <p:spPr>
          <a:xfrm flipH="1" flipV="1">
            <a:off x="606392" y="346509"/>
            <a:ext cx="2338939" cy="299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5ECF41-E873-9BE5-455C-8E3A3EC03E78}"/>
              </a:ext>
            </a:extLst>
          </p:cNvPr>
          <p:cNvCxnSpPr/>
          <p:nvPr/>
        </p:nvCxnSpPr>
        <p:spPr>
          <a:xfrm flipH="1" flipV="1">
            <a:off x="5885848" y="442762"/>
            <a:ext cx="2613259" cy="322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64B61C-4DA9-8558-02CE-BD6BD24CFFF8}"/>
              </a:ext>
            </a:extLst>
          </p:cNvPr>
          <p:cNvCxnSpPr/>
          <p:nvPr/>
        </p:nvCxnSpPr>
        <p:spPr>
          <a:xfrm flipV="1">
            <a:off x="10501162" y="433137"/>
            <a:ext cx="702644" cy="36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8BE5C-5A87-B7D3-85A8-6DA2EA40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94" t="10156" r="23812" b="59133"/>
          <a:stretch>
            <a:fillRect/>
          </a:stretch>
        </p:blipFill>
        <p:spPr>
          <a:xfrm>
            <a:off x="5745576" y="442761"/>
            <a:ext cx="5448605" cy="13667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6C2167-EA83-2961-0A69-5C267FB85590}"/>
              </a:ext>
            </a:extLst>
          </p:cNvPr>
          <p:cNvSpPr txBox="1"/>
          <p:nvPr/>
        </p:nvSpPr>
        <p:spPr>
          <a:xfrm>
            <a:off x="1135780" y="2916453"/>
            <a:ext cx="790234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Up next is the </a:t>
            </a:r>
            <a:r>
              <a:rPr lang="en-US" sz="2800" dirty="0" err="1"/>
              <a:t>Class'</a:t>
            </a:r>
            <a:r>
              <a:rPr lang="en-US" sz="2800" dirty="0"/>
              <a:t> logo, which has a smaller div element to contain the Customize button</a:t>
            </a:r>
          </a:p>
          <a:p>
            <a:r>
              <a:rPr lang="en-US" sz="2800" dirty="0"/>
              <a:t>and another to display the </a:t>
            </a:r>
            <a:r>
              <a:rPr lang="en-US" sz="2800" dirty="0" err="1"/>
              <a:t>class'</a:t>
            </a:r>
            <a:r>
              <a:rPr lang="en-US" sz="2800" dirty="0"/>
              <a:t> name in the opposite corner. As for the image, it is the background image.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3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898657-8176-96DF-57C3-A0051CBF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96" t="40284" r="24777"/>
          <a:stretch>
            <a:fillRect/>
          </a:stretch>
        </p:blipFill>
        <p:spPr>
          <a:xfrm>
            <a:off x="1314348" y="974030"/>
            <a:ext cx="9079539" cy="45182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A6A3A2-0F1C-A9D8-AF88-7D74EBFC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63" y="3142696"/>
            <a:ext cx="5340624" cy="2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4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299BD-2567-1C2A-6343-7DCE3C271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661" y="2156059"/>
            <a:ext cx="8284678" cy="151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2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Somnang Reth</cp:lastModifiedBy>
  <cp:revision>1</cp:revision>
  <dcterms:created xsi:type="dcterms:W3CDTF">2024-08-04T11:27:57Z</dcterms:created>
  <dcterms:modified xsi:type="dcterms:W3CDTF">2026-10-30T04:39:44Z</dcterms:modified>
</cp:coreProperties>
</file>